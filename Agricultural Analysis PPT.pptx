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5" r:id="rId13"/>
    <p:sldId id="346" r:id="rId14"/>
    <p:sldId id="341" r:id="rId15"/>
    <p:sldId id="347"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47" d="100"/>
          <a:sy n="47" d="100"/>
        </p:scale>
        <p:origin x="53" y="82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wank Singh" userId="869e4722a81db6c1" providerId="LiveId" clId="{E5A62A5A-47D4-4BC9-9F86-B58A9518055C}"/>
    <pc:docChg chg="undo custSel addSld modSld">
      <pc:chgData name="Shiwank Singh" userId="869e4722a81db6c1" providerId="LiveId" clId="{E5A62A5A-47D4-4BC9-9F86-B58A9518055C}" dt="2026-09-10T09:05:10.542" v="330" actId="20577"/>
      <pc:docMkLst>
        <pc:docMk/>
      </pc:docMkLst>
      <pc:sldChg chg="addSp delSp modSp mod">
        <pc:chgData name="Shiwank Singh" userId="869e4722a81db6c1" providerId="LiveId" clId="{E5A62A5A-47D4-4BC9-9F86-B58A9518055C}" dt="2026-09-10T08:33:20.660" v="137" actId="20577"/>
        <pc:sldMkLst>
          <pc:docMk/>
          <pc:sldMk cId="1341901065" sldId="302"/>
        </pc:sldMkLst>
        <pc:spChg chg="add del mod">
          <ac:chgData name="Shiwank Singh" userId="869e4722a81db6c1" providerId="LiveId" clId="{E5A62A5A-47D4-4BC9-9F86-B58A9518055C}" dt="2026-09-10T08:32:02.524" v="117" actId="22"/>
          <ac:spMkLst>
            <pc:docMk/>
            <pc:sldMk cId="1341901065" sldId="302"/>
            <ac:spMk id="4" creationId="{539DC7D0-70CF-B364-506A-1637ED8FC902}"/>
          </ac:spMkLst>
        </pc:spChg>
        <pc:spChg chg="del mod">
          <ac:chgData name="Shiwank Singh" userId="869e4722a81db6c1" providerId="LiveId" clId="{E5A62A5A-47D4-4BC9-9F86-B58A9518055C}" dt="2026-09-10T08:30:26.470" v="86" actId="478"/>
          <ac:spMkLst>
            <pc:docMk/>
            <pc:sldMk cId="1341901065" sldId="302"/>
            <ac:spMk id="7" creationId="{B21C28F5-3CA3-4B78-B5C9-550C00BB3174}"/>
          </ac:spMkLst>
        </pc:spChg>
        <pc:spChg chg="add del mod">
          <ac:chgData name="Shiwank Singh" userId="869e4722a81db6c1" providerId="LiveId" clId="{E5A62A5A-47D4-4BC9-9F86-B58A9518055C}" dt="2026-09-10T08:32:00.509" v="114" actId="22"/>
          <ac:spMkLst>
            <pc:docMk/>
            <pc:sldMk cId="1341901065" sldId="302"/>
            <ac:spMk id="8" creationId="{745012D4-213C-AE57-9A82-AA14E837B0C9}"/>
          </ac:spMkLst>
        </pc:spChg>
        <pc:spChg chg="mod">
          <ac:chgData name="Shiwank Singh" userId="869e4722a81db6c1" providerId="LiveId" clId="{E5A62A5A-47D4-4BC9-9F86-B58A9518055C}" dt="2026-09-10T08:32:19.613" v="120" actId="20577"/>
          <ac:spMkLst>
            <pc:docMk/>
            <pc:sldMk cId="1341901065" sldId="302"/>
            <ac:spMk id="10" creationId="{00000000-0000-0000-0000-000000000000}"/>
          </ac:spMkLst>
        </pc:spChg>
        <pc:spChg chg="add mod">
          <ac:chgData name="Shiwank Singh" userId="869e4722a81db6c1" providerId="LiveId" clId="{E5A62A5A-47D4-4BC9-9F86-B58A9518055C}" dt="2026-09-10T08:33:20.660" v="137" actId="20577"/>
          <ac:spMkLst>
            <pc:docMk/>
            <pc:sldMk cId="1341901065" sldId="302"/>
            <ac:spMk id="12" creationId="{C0CD12D2-0D52-D16B-BDCC-D7F8127AD7B6}"/>
          </ac:spMkLst>
        </pc:spChg>
      </pc:sldChg>
      <pc:sldChg chg="delSp modSp mod">
        <pc:chgData name="Shiwank Singh" userId="869e4722a81db6c1" providerId="LiveId" clId="{E5A62A5A-47D4-4BC9-9F86-B58A9518055C}" dt="2026-09-10T08:44:48.834" v="295" actId="1076"/>
        <pc:sldMkLst>
          <pc:docMk/>
          <pc:sldMk cId="3401748718" sldId="304"/>
        </pc:sldMkLst>
        <pc:spChg chg="mod">
          <ac:chgData name="Shiwank Singh" userId="869e4722a81db6c1" providerId="LiveId" clId="{E5A62A5A-47D4-4BC9-9F86-B58A9518055C}" dt="2026-09-10T08:44:48.834" v="295" actId="1076"/>
          <ac:spMkLst>
            <pc:docMk/>
            <pc:sldMk cId="3401748718" sldId="304"/>
            <ac:spMk id="3" creationId="{D88C20CF-C1EE-4092-B52D-FD4AB2AB2508}"/>
          </ac:spMkLst>
        </pc:spChg>
        <pc:spChg chg="del">
          <ac:chgData name="Shiwank Singh" userId="869e4722a81db6c1" providerId="LiveId" clId="{E5A62A5A-47D4-4BC9-9F86-B58A9518055C}" dt="2026-09-10T08:44:16.178" v="260" actId="478"/>
          <ac:spMkLst>
            <pc:docMk/>
            <pc:sldMk cId="3401748718" sldId="304"/>
            <ac:spMk id="12" creationId="{BC277FD7-925B-4C3D-A364-118403201507}"/>
          </ac:spMkLst>
        </pc:spChg>
      </pc:sldChg>
      <pc:sldChg chg="modSp mod">
        <pc:chgData name="Shiwank Singh" userId="869e4722a81db6c1" providerId="LiveId" clId="{E5A62A5A-47D4-4BC9-9F86-B58A9518055C}" dt="2026-09-10T08:29:05.282" v="73" actId="20577"/>
        <pc:sldMkLst>
          <pc:docMk/>
          <pc:sldMk cId="3696770303" sldId="315"/>
        </pc:sldMkLst>
        <pc:spChg chg="mod">
          <ac:chgData name="Shiwank Singh" userId="869e4722a81db6c1" providerId="LiveId" clId="{E5A62A5A-47D4-4BC9-9F86-B58A9518055C}" dt="2026-09-10T08:29:05.282" v="73" actId="20577"/>
          <ac:spMkLst>
            <pc:docMk/>
            <pc:sldMk cId="3696770303" sldId="315"/>
            <ac:spMk id="3" creationId="{EBF2FBC7-3552-4F01-BB27-8BEEE74F7277}"/>
          </ac:spMkLst>
        </pc:spChg>
      </pc:sldChg>
      <pc:sldChg chg="modSp mod">
        <pc:chgData name="Shiwank Singh" userId="869e4722a81db6c1" providerId="LiveId" clId="{E5A62A5A-47D4-4BC9-9F86-B58A9518055C}" dt="2026-09-10T08:29:30.624" v="75" actId="1076"/>
        <pc:sldMkLst>
          <pc:docMk/>
          <pc:sldMk cId="3098548442" sldId="327"/>
        </pc:sldMkLst>
        <pc:spChg chg="mod">
          <ac:chgData name="Shiwank Singh" userId="869e4722a81db6c1" providerId="LiveId" clId="{E5A62A5A-47D4-4BC9-9F86-B58A9518055C}" dt="2026-09-10T08:29:30.624" v="75" actId="1076"/>
          <ac:spMkLst>
            <pc:docMk/>
            <pc:sldMk cId="3098548442" sldId="327"/>
            <ac:spMk id="2" creationId="{E46E4DD1-270B-4C80-AFF0-EB26F132AF36}"/>
          </ac:spMkLst>
        </pc:spChg>
      </pc:sldChg>
      <pc:sldChg chg="delSp modSp mod">
        <pc:chgData name="Shiwank Singh" userId="869e4722a81db6c1" providerId="LiveId" clId="{E5A62A5A-47D4-4BC9-9F86-B58A9518055C}" dt="2026-09-10T08:30:16.978" v="84" actId="255"/>
        <pc:sldMkLst>
          <pc:docMk/>
          <pc:sldMk cId="48075006" sldId="329"/>
        </pc:sldMkLst>
        <pc:spChg chg="del mod">
          <ac:chgData name="Shiwank Singh" userId="869e4722a81db6c1" providerId="LiveId" clId="{E5A62A5A-47D4-4BC9-9F86-B58A9518055C}" dt="2026-09-10T08:29:57.894" v="82" actId="478"/>
          <ac:spMkLst>
            <pc:docMk/>
            <pc:sldMk cId="48075006" sldId="329"/>
            <ac:spMk id="2" creationId="{664E3B60-2780-459A-8583-F095D5E7463A}"/>
          </ac:spMkLst>
        </pc:spChg>
        <pc:spChg chg="mod">
          <ac:chgData name="Shiwank Singh" userId="869e4722a81db6c1" providerId="LiveId" clId="{E5A62A5A-47D4-4BC9-9F86-B58A9518055C}" dt="2026-09-10T08:30:16.978" v="84" actId="255"/>
          <ac:spMkLst>
            <pc:docMk/>
            <pc:sldMk cId="48075006" sldId="329"/>
            <ac:spMk id="7" creationId="{00000000-0000-0000-0000-000000000000}"/>
          </ac:spMkLst>
        </pc:spChg>
      </pc:sldChg>
      <pc:sldChg chg="modSp mod">
        <pc:chgData name="Shiwank Singh" userId="869e4722a81db6c1" providerId="LiveId" clId="{E5A62A5A-47D4-4BC9-9F86-B58A9518055C}" dt="2026-09-10T09:05:10.542" v="330" actId="20577"/>
        <pc:sldMkLst>
          <pc:docMk/>
          <pc:sldMk cId="1604013440" sldId="338"/>
        </pc:sldMkLst>
        <pc:spChg chg="mod">
          <ac:chgData name="Shiwank Singh" userId="869e4722a81db6c1" providerId="LiveId" clId="{E5A62A5A-47D4-4BC9-9F86-B58A9518055C}" dt="2026-09-10T08:26:45.150" v="64" actId="1076"/>
          <ac:spMkLst>
            <pc:docMk/>
            <pc:sldMk cId="1604013440" sldId="338"/>
            <ac:spMk id="2" creationId="{7201737A-B873-4D1D-8A41-5ABF5184BC8F}"/>
          </ac:spMkLst>
        </pc:spChg>
        <pc:spChg chg="mod">
          <ac:chgData name="Shiwank Singh" userId="869e4722a81db6c1" providerId="LiveId" clId="{E5A62A5A-47D4-4BC9-9F86-B58A9518055C}" dt="2026-09-10T08:43:52.906" v="259" actId="1076"/>
          <ac:spMkLst>
            <pc:docMk/>
            <pc:sldMk cId="1604013440" sldId="338"/>
            <ac:spMk id="3" creationId="{17F04107-8754-E47D-3375-529E689711FA}"/>
          </ac:spMkLst>
        </pc:spChg>
        <pc:spChg chg="mod">
          <ac:chgData name="Shiwank Singh" userId="869e4722a81db6c1" providerId="LiveId" clId="{E5A62A5A-47D4-4BC9-9F86-B58A9518055C}" dt="2026-09-10T09:05:10.542" v="330" actId="20577"/>
          <ac:spMkLst>
            <pc:docMk/>
            <pc:sldMk cId="1604013440" sldId="338"/>
            <ac:spMk id="4" creationId="{92056599-CDAA-4367-BEF8-31D6E32518C8}"/>
          </ac:spMkLst>
        </pc:spChg>
      </pc:sldChg>
      <pc:sldChg chg="modSp mod">
        <pc:chgData name="Shiwank Singh" userId="869e4722a81db6c1" providerId="LiveId" clId="{E5A62A5A-47D4-4BC9-9F86-B58A9518055C}" dt="2026-09-10T08:33:42.335" v="139" actId="14100"/>
        <pc:sldMkLst>
          <pc:docMk/>
          <pc:sldMk cId="1086225493" sldId="339"/>
        </pc:sldMkLst>
        <pc:picChg chg="mod">
          <ac:chgData name="Shiwank Singh" userId="869e4722a81db6c1" providerId="LiveId" clId="{E5A62A5A-47D4-4BC9-9F86-B58A9518055C}" dt="2026-09-10T08:33:42.335" v="139" actId="14100"/>
          <ac:picMkLst>
            <pc:docMk/>
            <pc:sldMk cId="1086225493" sldId="339"/>
            <ac:picMk id="10" creationId="{00000000-0000-0000-0000-000000000000}"/>
          </ac:picMkLst>
        </pc:picChg>
      </pc:sldChg>
      <pc:sldChg chg="addSp delSp modSp mod">
        <pc:chgData name="Shiwank Singh" userId="869e4722a81db6c1" providerId="LiveId" clId="{E5A62A5A-47D4-4BC9-9F86-B58A9518055C}" dt="2026-09-10T08:34:11.916" v="147" actId="14100"/>
        <pc:sldMkLst>
          <pc:docMk/>
          <pc:sldMk cId="3849627828" sldId="340"/>
        </pc:sldMkLst>
        <pc:spChg chg="del mod">
          <ac:chgData name="Shiwank Singh" userId="869e4722a81db6c1" providerId="LiveId" clId="{E5A62A5A-47D4-4BC9-9F86-B58A9518055C}" dt="2026-09-10T08:34:00.946" v="144" actId="478"/>
          <ac:spMkLst>
            <pc:docMk/>
            <pc:sldMk cId="3849627828" sldId="340"/>
            <ac:spMk id="10" creationId="{3A64DB11-806F-1A4C-E0D5-D745D29CED50}"/>
          </ac:spMkLst>
        </pc:spChg>
        <pc:spChg chg="add del mod">
          <ac:chgData name="Shiwank Singh" userId="869e4722a81db6c1" providerId="LiveId" clId="{E5A62A5A-47D4-4BC9-9F86-B58A9518055C}" dt="2026-09-10T08:34:03.910" v="145" actId="1076"/>
          <ac:spMkLst>
            <pc:docMk/>
            <pc:sldMk cId="3849627828" sldId="340"/>
            <ac:spMk id="11" creationId="{00000000-0000-0000-0000-000000000000}"/>
          </ac:spMkLst>
        </pc:spChg>
        <pc:picChg chg="mod">
          <ac:chgData name="Shiwank Singh" userId="869e4722a81db6c1" providerId="LiveId" clId="{E5A62A5A-47D4-4BC9-9F86-B58A9518055C}" dt="2026-09-10T08:34:11.916" v="147" actId="14100"/>
          <ac:picMkLst>
            <pc:docMk/>
            <pc:sldMk cId="3849627828" sldId="340"/>
            <ac:picMk id="12" creationId="{00000000-0000-0000-0000-000000000000}"/>
          </ac:picMkLst>
        </pc:picChg>
      </pc:sldChg>
      <pc:sldChg chg="delSp modSp mod">
        <pc:chgData name="Shiwank Singh" userId="869e4722a81db6c1" providerId="LiveId" clId="{E5A62A5A-47D4-4BC9-9F86-B58A9518055C}" dt="2026-09-10T08:37:08.369" v="177" actId="1076"/>
        <pc:sldMkLst>
          <pc:docMk/>
          <pc:sldMk cId="776828144" sldId="341"/>
        </pc:sldMkLst>
        <pc:spChg chg="del">
          <ac:chgData name="Shiwank Singh" userId="869e4722a81db6c1" providerId="LiveId" clId="{E5A62A5A-47D4-4BC9-9F86-B58A9518055C}" dt="2026-09-10T08:36:49.001" v="163" actId="478"/>
          <ac:spMkLst>
            <pc:docMk/>
            <pc:sldMk cId="776828144" sldId="341"/>
            <ac:spMk id="7" creationId="{B7444DDE-63A3-9721-77CC-C93FED110DAF}"/>
          </ac:spMkLst>
        </pc:spChg>
        <pc:spChg chg="mod">
          <ac:chgData name="Shiwank Singh" userId="869e4722a81db6c1" providerId="LiveId" clId="{E5A62A5A-47D4-4BC9-9F86-B58A9518055C}" dt="2026-09-10T08:37:08.369" v="177" actId="1076"/>
          <ac:spMkLst>
            <pc:docMk/>
            <pc:sldMk cId="776828144" sldId="341"/>
            <ac:spMk id="9" creationId="{00000000-0000-0000-0000-000000000000}"/>
          </ac:spMkLst>
        </pc:spChg>
      </pc:sldChg>
      <pc:sldChg chg="modSp mod">
        <pc:chgData name="Shiwank Singh" userId="869e4722a81db6c1" providerId="LiveId" clId="{E5A62A5A-47D4-4BC9-9F86-B58A9518055C}" dt="2026-09-10T08:39:37.244" v="209" actId="20577"/>
        <pc:sldMkLst>
          <pc:docMk/>
          <pc:sldMk cId="3863610428" sldId="342"/>
        </pc:sldMkLst>
        <pc:spChg chg="mod">
          <ac:chgData name="Shiwank Singh" userId="869e4722a81db6c1" providerId="LiveId" clId="{E5A62A5A-47D4-4BC9-9F86-B58A9518055C}" dt="2026-09-10T08:39:37.244" v="209" actId="20577"/>
          <ac:spMkLst>
            <pc:docMk/>
            <pc:sldMk cId="3863610428" sldId="342"/>
            <ac:spMk id="3" creationId="{5F0B37E4-66B1-8633-7266-68B321742757}"/>
          </ac:spMkLst>
        </pc:spChg>
      </pc:sldChg>
      <pc:sldChg chg="addSp modSp mod">
        <pc:chgData name="Shiwank Singh" userId="869e4722a81db6c1" providerId="LiveId" clId="{E5A62A5A-47D4-4BC9-9F86-B58A9518055C}" dt="2026-09-10T09:04:16.531" v="328" actId="1076"/>
        <pc:sldMkLst>
          <pc:docMk/>
          <pc:sldMk cId="3962802212" sldId="343"/>
        </pc:sldMkLst>
        <pc:picChg chg="add mod">
          <ac:chgData name="Shiwank Singh" userId="869e4722a81db6c1" providerId="LiveId" clId="{E5A62A5A-47D4-4BC9-9F86-B58A9518055C}" dt="2026-09-10T09:04:16.531" v="328" actId="1076"/>
          <ac:picMkLst>
            <pc:docMk/>
            <pc:sldMk cId="3962802212" sldId="343"/>
            <ac:picMk id="3" creationId="{31F6420A-0DD3-FA5F-9666-34CF2B871C97}"/>
          </ac:picMkLst>
        </pc:picChg>
      </pc:sldChg>
      <pc:sldChg chg="delSp modSp mod">
        <pc:chgData name="Shiwank Singh" userId="869e4722a81db6c1" providerId="LiveId" clId="{E5A62A5A-47D4-4BC9-9F86-B58A9518055C}" dt="2026-09-10T08:35:27.469" v="153" actId="1076"/>
        <pc:sldMkLst>
          <pc:docMk/>
          <pc:sldMk cId="1698901770" sldId="344"/>
        </pc:sldMkLst>
        <pc:spChg chg="del">
          <ac:chgData name="Shiwank Singh" userId="869e4722a81db6c1" providerId="LiveId" clId="{E5A62A5A-47D4-4BC9-9F86-B58A9518055C}" dt="2026-09-10T08:34:59.909" v="149" actId="478"/>
          <ac:spMkLst>
            <pc:docMk/>
            <pc:sldMk cId="1698901770" sldId="344"/>
            <ac:spMk id="10" creationId="{B6E3B1C7-6A8B-23EE-6251-DC1067C6ADE9}"/>
          </ac:spMkLst>
        </pc:spChg>
        <pc:spChg chg="mod">
          <ac:chgData name="Shiwank Singh" userId="869e4722a81db6c1" providerId="LiveId" clId="{E5A62A5A-47D4-4BC9-9F86-B58A9518055C}" dt="2026-09-10T08:35:12.069" v="150" actId="1076"/>
          <ac:spMkLst>
            <pc:docMk/>
            <pc:sldMk cId="1698901770" sldId="344"/>
            <ac:spMk id="11" creationId="{00000000-0000-0000-0000-000000000000}"/>
          </ac:spMkLst>
        </pc:spChg>
        <pc:picChg chg="mod">
          <ac:chgData name="Shiwank Singh" userId="869e4722a81db6c1" providerId="LiveId" clId="{E5A62A5A-47D4-4BC9-9F86-B58A9518055C}" dt="2026-09-10T08:35:27.469" v="153" actId="1076"/>
          <ac:picMkLst>
            <pc:docMk/>
            <pc:sldMk cId="1698901770" sldId="344"/>
            <ac:picMk id="12" creationId="{00000000-0000-0000-0000-000000000000}"/>
          </ac:picMkLst>
        </pc:picChg>
      </pc:sldChg>
      <pc:sldChg chg="delSp modSp mod">
        <pc:chgData name="Shiwank Singh" userId="869e4722a81db6c1" providerId="LiveId" clId="{E5A62A5A-47D4-4BC9-9F86-B58A9518055C}" dt="2026-09-10T08:36:32.674" v="162" actId="1076"/>
        <pc:sldMkLst>
          <pc:docMk/>
          <pc:sldMk cId="1903979828" sldId="345"/>
        </pc:sldMkLst>
        <pc:spChg chg="mod">
          <ac:chgData name="Shiwank Singh" userId="869e4722a81db6c1" providerId="LiveId" clId="{E5A62A5A-47D4-4BC9-9F86-B58A9518055C}" dt="2026-09-10T08:36:03.006" v="155" actId="1076"/>
          <ac:spMkLst>
            <pc:docMk/>
            <pc:sldMk cId="1903979828" sldId="345"/>
            <ac:spMk id="4" creationId="{15FD49EE-0956-AAE3-737B-15F7D4267C1A}"/>
          </ac:spMkLst>
        </pc:spChg>
        <pc:spChg chg="del mod">
          <ac:chgData name="Shiwank Singh" userId="869e4722a81db6c1" providerId="LiveId" clId="{E5A62A5A-47D4-4BC9-9F86-B58A9518055C}" dt="2026-09-10T08:36:10.131" v="158" actId="478"/>
          <ac:spMkLst>
            <pc:docMk/>
            <pc:sldMk cId="1903979828" sldId="345"/>
            <ac:spMk id="10" creationId="{2B7B89A1-9444-8322-CADC-42D31D698FA8}"/>
          </ac:spMkLst>
        </pc:spChg>
        <pc:spChg chg="mod">
          <ac:chgData name="Shiwank Singh" userId="869e4722a81db6c1" providerId="LiveId" clId="{E5A62A5A-47D4-4BC9-9F86-B58A9518055C}" dt="2026-09-10T08:36:32.674" v="162" actId="1076"/>
          <ac:spMkLst>
            <pc:docMk/>
            <pc:sldMk cId="1903979828" sldId="345"/>
            <ac:spMk id="11" creationId="{00000000-0000-0000-0000-000000000000}"/>
          </ac:spMkLst>
        </pc:spChg>
        <pc:picChg chg="mod">
          <ac:chgData name="Shiwank Singh" userId="869e4722a81db6c1" providerId="LiveId" clId="{E5A62A5A-47D4-4BC9-9F86-B58A9518055C}" dt="2026-09-10T08:36:27.059" v="161" actId="14100"/>
          <ac:picMkLst>
            <pc:docMk/>
            <pc:sldMk cId="1903979828" sldId="345"/>
            <ac:picMk id="12" creationId="{00000000-0000-0000-0000-000000000000}"/>
          </ac:picMkLst>
        </pc:picChg>
      </pc:sldChg>
      <pc:sldChg chg="addSp modSp mod">
        <pc:chgData name="Shiwank Singh" userId="869e4722a81db6c1" providerId="LiveId" clId="{E5A62A5A-47D4-4BC9-9F86-B58A9518055C}" dt="2026-09-10T08:43:32.028" v="258" actId="1076"/>
        <pc:sldMkLst>
          <pc:docMk/>
          <pc:sldMk cId="1421522261" sldId="346"/>
        </pc:sldMkLst>
        <pc:spChg chg="mod">
          <ac:chgData name="Shiwank Singh" userId="869e4722a81db6c1" providerId="LiveId" clId="{E5A62A5A-47D4-4BC9-9F86-B58A9518055C}" dt="2026-09-10T08:43:13.060" v="252" actId="1076"/>
          <ac:spMkLst>
            <pc:docMk/>
            <pc:sldMk cId="1421522261" sldId="346"/>
            <ac:spMk id="10" creationId="{F85C769B-425A-FE3B-E47A-3B747985DC52}"/>
          </ac:spMkLst>
        </pc:spChg>
        <pc:picChg chg="add mod">
          <ac:chgData name="Shiwank Singh" userId="869e4722a81db6c1" providerId="LiveId" clId="{E5A62A5A-47D4-4BC9-9F86-B58A9518055C}" dt="2026-09-10T08:43:32.028" v="258" actId="1076"/>
          <ac:picMkLst>
            <pc:docMk/>
            <pc:sldMk cId="1421522261" sldId="346"/>
            <ac:picMk id="3" creationId="{A302F882-1CBD-C8A6-57F7-CA0211056884}"/>
          </ac:picMkLst>
        </pc:picChg>
      </pc:sldChg>
      <pc:sldChg chg="modSp new mod">
        <pc:chgData name="Shiwank Singh" userId="869e4722a81db6c1" providerId="LiveId" clId="{E5A62A5A-47D4-4BC9-9F86-B58A9518055C}" dt="2026-09-10T08:47:47.223" v="324" actId="113"/>
        <pc:sldMkLst>
          <pc:docMk/>
          <pc:sldMk cId="3702483233" sldId="347"/>
        </pc:sldMkLst>
        <pc:spChg chg="mod">
          <ac:chgData name="Shiwank Singh" userId="869e4722a81db6c1" providerId="LiveId" clId="{E5A62A5A-47D4-4BC9-9F86-B58A9518055C}" dt="2026-09-10T08:46:33.236" v="305" actId="14100"/>
          <ac:spMkLst>
            <pc:docMk/>
            <pc:sldMk cId="3702483233" sldId="347"/>
            <ac:spMk id="2" creationId="{48CCC52A-69CB-B8A1-CC4F-7399C47F0F1C}"/>
          </ac:spMkLst>
        </pc:spChg>
        <pc:spChg chg="mod">
          <ac:chgData name="Shiwank Singh" userId="869e4722a81db6c1" providerId="LiveId" clId="{E5A62A5A-47D4-4BC9-9F86-B58A9518055C}" dt="2026-09-10T08:47:47.223" v="324" actId="113"/>
          <ac:spMkLst>
            <pc:docMk/>
            <pc:sldMk cId="3702483233" sldId="347"/>
            <ac:spMk id="3" creationId="{3A2D8CB0-F781-ABAF-DC51-122228EE7B6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iamshiwank/Seasonal-Agricultural-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731746" y="3455847"/>
            <a:ext cx="4174671" cy="861497"/>
          </a:xfrm>
        </p:spPr>
        <p:txBody>
          <a:bodyPr vert="horz" lIns="91440" tIns="45720" rIns="91440" bIns="45720" rtlCol="0" anchor="t">
            <a:normAutofit fontScale="85000" lnSpcReduction="20000"/>
          </a:bodyPr>
          <a:lstStyle/>
          <a:p>
            <a:r>
              <a:rPr dirty="0"/>
              <a:t>Shiwank Singh </a:t>
            </a:r>
          </a:p>
          <a:p>
            <a:r>
              <a:rPr dirty="0"/>
              <a:t>School of Management Sciences, Lucknow</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7572" y="2504073"/>
            <a:ext cx="6294728" cy="743448"/>
          </a:xfrm>
        </p:spPr>
        <p:txBody>
          <a:bodyPr>
            <a:normAutofit fontScale="90000"/>
          </a:bodyPr>
          <a:lstStyle/>
          <a:p>
            <a:r>
              <a:rPr b="1" dirty="0"/>
              <a:t>Project Title - </a:t>
            </a:r>
            <a:r>
              <a:rPr dirty="0" err="1"/>
              <a:t>Seasona</a:t>
            </a:r>
            <a:r>
              <a:rPr lang="en-IN" dirty="0"/>
              <a:t>l Agriculture </a:t>
            </a:r>
            <a:r>
              <a:rPr dirty="0"/>
              <a:t>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490388"/>
            <a:ext cx="5900594" cy="369332"/>
          </a:xfrm>
          <a:prstGeom prst="rect">
            <a:avLst/>
          </a:prstGeom>
          <a:noFill/>
        </p:spPr>
        <p:txBody>
          <a:bodyPr wrap="square" rtlCol="0">
            <a:spAutoFit/>
          </a:bodyPr>
          <a:lstStyle/>
          <a:p>
            <a:r>
              <a:rPr lang="en-US" b="1" dirty="0"/>
              <a:t>AICTE STU ID :STU69d6286ddc3ff1775642733</a:t>
            </a:r>
          </a:p>
        </p:txBody>
      </p:sp>
    </p:spTree>
    <p:extLst>
      <p:ext uri="{BB962C8B-B14F-4D97-AF65-F5344CB8AC3E}">
        <p14:creationId xmlns:p14="http://schemas.microsoft.com/office/powerpoint/2010/main" val="1604013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2024743"/>
            <a:ext cx="6995604" cy="3409814"/>
          </a:xfrm>
        </p:spPr>
        <p:txBody>
          <a:bodyPr vert="horz" lIns="91440" tIns="45720" rIns="91440" bIns="45720" rtlCol="0" anchor="t">
            <a:normAutofit fontScale="70000" lnSpcReduction="20000"/>
          </a:bodyPr>
          <a:lstStyle/>
          <a:p>
            <a:pPr marL="0" indent="0">
              <a:lnSpc>
                <a:spcPct val="100000"/>
              </a:lnSpc>
              <a:buNone/>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dirty="0"/>
              <a:t>Project Description</a:t>
            </a:r>
            <a:br>
              <a:rPr dirty="0"/>
            </a:br>
            <a:br>
              <a:rPr lang="en-US" dirty="0"/>
            </a:br>
            <a:r>
              <a:rPr sz="2200" b="0" dirty="0"/>
              <a:t>This project analyzes 4,000 agricultural records across Kharif, Rabi and Zaid seasons. It examines environmental conditions, resource usage, crop performance, water efficiency and economic outcomes using data cleaning, exploratory analysis, statistics and visualization to identify seasonal patterns and evidence-based recommendations. </a:t>
            </a:r>
            <a:br>
              <a:rPr sz="2200" b="0" dirty="0"/>
            </a:br>
            <a:endParaRPr sz="2200"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7" name="TextBox 6"/>
          <p:cNvSpPr txBox="1"/>
          <p:nvPr/>
        </p:nvSpPr>
        <p:spPr>
          <a:xfrm>
            <a:off x="620008" y="2057400"/>
            <a:ext cx="5402697" cy="1323439"/>
          </a:xfrm>
          <a:prstGeom prst="rect">
            <a:avLst/>
          </a:prstGeom>
          <a:noFill/>
        </p:spPr>
        <p:txBody>
          <a:bodyPr wrap="none">
            <a:spAutoFit/>
          </a:bodyPr>
          <a:lstStyle/>
          <a:p>
            <a:r>
              <a:rPr sz="2000" dirty="0"/>
              <a:t>• Farmers and farm managers</a:t>
            </a:r>
          </a:p>
          <a:p>
            <a:r>
              <a:rPr sz="2000" dirty="0"/>
              <a:t>• Agricultural planners and decision-makers</a:t>
            </a:r>
          </a:p>
          <a:p>
            <a:r>
              <a:rPr sz="2000" dirty="0"/>
              <a:t>• Researchers an</a:t>
            </a:r>
            <a:r>
              <a:rPr lang="en-IN" sz="2000" dirty="0"/>
              <a:t>d </a:t>
            </a:r>
            <a:r>
              <a:rPr sz="2000" dirty="0"/>
              <a:t>agronomists</a:t>
            </a:r>
          </a:p>
          <a:p>
            <a:r>
              <a:rPr sz="2000" dirty="0"/>
              <a:t>• Agricultural organizations and policymakers</a:t>
            </a:r>
          </a:p>
        </p:txBody>
      </p:sp>
    </p:spTree>
    <p:extLst>
      <p:ext uri="{BB962C8B-B14F-4D97-AF65-F5344CB8AC3E}">
        <p14:creationId xmlns:p14="http://schemas.microsoft.com/office/powerpoint/2010/main" val="48075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10" name="TextBox 9"/>
          <p:cNvSpPr txBox="1"/>
          <p:nvPr/>
        </p:nvSpPr>
        <p:spPr>
          <a:xfrm>
            <a:off x="914400" y="1828800"/>
            <a:ext cx="2568332" cy="1938992"/>
          </a:xfrm>
          <a:prstGeom prst="rect">
            <a:avLst/>
          </a:prstGeom>
          <a:noFill/>
        </p:spPr>
        <p:txBody>
          <a:bodyPr wrap="none">
            <a:spAutoFit/>
          </a:bodyPr>
          <a:lstStyle/>
          <a:p>
            <a:pPr marL="342900" indent="-342900">
              <a:buFont typeface="Arial" panose="020B0604020202020204" pitchFamily="34" charset="0"/>
              <a:buChar char="•"/>
            </a:pPr>
            <a:r>
              <a:rPr sz="2000" dirty="0"/>
              <a:t>Python </a:t>
            </a:r>
            <a:endParaRPr lang="en-US" sz="2000" dirty="0"/>
          </a:p>
          <a:p>
            <a:pPr marL="342900" indent="-342900">
              <a:buFont typeface="Arial" panose="020B0604020202020204" pitchFamily="34" charset="0"/>
              <a:buChar char="•"/>
            </a:pPr>
            <a:r>
              <a:rPr sz="2000" dirty="0"/>
              <a:t>Jupyter Notebook</a:t>
            </a:r>
            <a:endParaRPr lang="en-US" sz="2000" dirty="0"/>
          </a:p>
          <a:p>
            <a:pPr marL="342900" indent="-342900">
              <a:buFont typeface="Arial" panose="020B0604020202020204" pitchFamily="34" charset="0"/>
              <a:buChar char="•"/>
            </a:pPr>
            <a:r>
              <a:rPr sz="2000" dirty="0"/>
              <a:t>Pandas </a:t>
            </a:r>
            <a:endParaRPr lang="en-US" sz="2000" dirty="0"/>
          </a:p>
          <a:p>
            <a:pPr marL="342900" indent="-342900">
              <a:buFont typeface="Arial" panose="020B0604020202020204" pitchFamily="34" charset="0"/>
              <a:buChar char="•"/>
            </a:pPr>
            <a:r>
              <a:rPr sz="2000" dirty="0"/>
              <a:t>NumPy</a:t>
            </a:r>
          </a:p>
          <a:p>
            <a:pPr marL="342900" indent="-342900">
              <a:buFont typeface="Arial" panose="020B0604020202020204" pitchFamily="34" charset="0"/>
              <a:buChar char="•"/>
            </a:pPr>
            <a:r>
              <a:rPr sz="2000" dirty="0"/>
              <a:t>Matplotlib</a:t>
            </a:r>
            <a:endParaRPr lang="en-US" sz="2000" dirty="0"/>
          </a:p>
          <a:p>
            <a:pPr marL="342900" indent="-342900">
              <a:buFont typeface="Arial" panose="020B0604020202020204" pitchFamily="34" charset="0"/>
              <a:buChar char="•"/>
            </a:pPr>
            <a:r>
              <a:rPr sz="2000" dirty="0"/>
              <a:t>Seaborn </a:t>
            </a:r>
            <a:endParaRPr lang="en-US" sz="2000" dirty="0"/>
          </a:p>
        </p:txBody>
      </p:sp>
      <p:sp>
        <p:nvSpPr>
          <p:cNvPr id="12" name="TextBox 11">
            <a:extLst>
              <a:ext uri="{FF2B5EF4-FFF2-40B4-BE49-F238E27FC236}">
                <a16:creationId xmlns:a16="http://schemas.microsoft.com/office/drawing/2014/main" id="{C0CD12D2-0D52-D16B-BDCC-D7F8127AD7B6}"/>
              </a:ext>
            </a:extLst>
          </p:cNvPr>
          <p:cNvSpPr txBox="1"/>
          <p:nvPr/>
        </p:nvSpPr>
        <p:spPr>
          <a:xfrm>
            <a:off x="4682524" y="1828800"/>
            <a:ext cx="2651944" cy="1631216"/>
          </a:xfrm>
          <a:prstGeom prst="rect">
            <a:avLst/>
          </a:prstGeom>
          <a:noFill/>
        </p:spPr>
        <p:txBody>
          <a:bodyPr wrap="none">
            <a:spAutoFit/>
          </a:bodyPr>
          <a:lstStyle/>
          <a:p>
            <a:pPr marL="342900" indent="-342900">
              <a:buFont typeface="Arial" panose="020B0604020202020204" pitchFamily="34" charset="0"/>
              <a:buChar char="•"/>
            </a:pPr>
            <a:r>
              <a:rPr lang="en-IN" sz="2000" dirty="0"/>
              <a:t>Excel</a:t>
            </a:r>
          </a:p>
          <a:p>
            <a:pPr marL="342900" indent="-342900">
              <a:buFont typeface="Arial" panose="020B0604020202020204" pitchFamily="34" charset="0"/>
              <a:buChar char="•"/>
            </a:pPr>
            <a:r>
              <a:rPr lang="en-IN" sz="2000" dirty="0"/>
              <a:t>Data Cleaning</a:t>
            </a:r>
          </a:p>
          <a:p>
            <a:pPr marL="342900" indent="-342900">
              <a:buFont typeface="Arial" panose="020B0604020202020204" pitchFamily="34" charset="0"/>
              <a:buChar char="•"/>
            </a:pPr>
            <a:r>
              <a:rPr lang="en-IN" sz="2000" dirty="0"/>
              <a:t>EDA </a:t>
            </a:r>
          </a:p>
          <a:p>
            <a:pPr marL="342900" indent="-342900">
              <a:buFont typeface="Arial" panose="020B0604020202020204" pitchFamily="34" charset="0"/>
              <a:buChar char="•"/>
            </a:pPr>
            <a:r>
              <a:rPr lang="en-IN" sz="2000" dirty="0"/>
              <a:t>Statistical Analysis</a:t>
            </a:r>
          </a:p>
          <a:p>
            <a:pPr marL="342900" indent="-342900">
              <a:buFont typeface="Arial" panose="020B0604020202020204" pitchFamily="34" charset="0"/>
              <a:buChar char="•"/>
            </a:pPr>
            <a:r>
              <a:rPr lang="en-IN" sz="2000" dirty="0"/>
              <a:t>Data Visualization</a:t>
            </a:r>
          </a:p>
        </p:txBody>
      </p:sp>
    </p:spTree>
    <p:extLst>
      <p:ext uri="{BB962C8B-B14F-4D97-AF65-F5344CB8AC3E}">
        <p14:creationId xmlns:p14="http://schemas.microsoft.com/office/powerpoint/2010/main" val="1341901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Box 8"/>
          <p:cNvSpPr txBox="1"/>
          <p:nvPr/>
        </p:nvSpPr>
        <p:spPr>
          <a:xfrm>
            <a:off x="640080" y="1280160"/>
            <a:ext cx="4754880" cy="1828800"/>
          </a:xfrm>
          <a:prstGeom prst="rect">
            <a:avLst/>
          </a:prstGeom>
          <a:noFill/>
        </p:spPr>
        <p:txBody>
          <a:bodyPr wrap="none">
            <a:spAutoFit/>
          </a:bodyPr>
          <a:lstStyle/>
          <a:p>
            <a:pPr>
              <a:defRPr sz="1800"/>
            </a:pPr>
            <a:r>
              <a:rPr dirty="0"/>
              <a:t>Seasonal Yield</a:t>
            </a:r>
          </a:p>
          <a:p>
            <a:pPr>
              <a:defRPr sz="1800"/>
            </a:pPr>
            <a:r>
              <a:rPr dirty="0"/>
              <a:t>Kharif: 5.64 t/ha | Rabi: 5.08 | Zaid: 4.67</a:t>
            </a:r>
          </a:p>
        </p:txBody>
      </p:sp>
      <p:pic>
        <p:nvPicPr>
          <p:cNvPr id="10" name="Picture 9" descr="yield.png"/>
          <p:cNvPicPr>
            <a:picLocks noChangeAspect="1"/>
          </p:cNvPicPr>
          <p:nvPr/>
        </p:nvPicPr>
        <p:blipFill>
          <a:blip r:embed="rId3"/>
          <a:stretch>
            <a:fillRect/>
          </a:stretch>
        </p:blipFill>
        <p:spPr>
          <a:xfrm>
            <a:off x="426719" y="2028444"/>
            <a:ext cx="8390709" cy="4719774"/>
          </a:xfrm>
          <a:prstGeom prst="rect">
            <a:avLst/>
          </a:prstGeom>
        </p:spPr>
      </p:pic>
    </p:spTree>
    <p:extLst>
      <p:ext uri="{BB962C8B-B14F-4D97-AF65-F5344CB8AC3E}">
        <p14:creationId xmlns:p14="http://schemas.microsoft.com/office/powerpoint/2010/main" val="108622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1" name="TextBox 10"/>
          <p:cNvSpPr txBox="1"/>
          <p:nvPr/>
        </p:nvSpPr>
        <p:spPr>
          <a:xfrm>
            <a:off x="675957" y="1201586"/>
            <a:ext cx="4754880" cy="1828800"/>
          </a:xfrm>
          <a:prstGeom prst="rect">
            <a:avLst/>
          </a:prstGeom>
          <a:noFill/>
        </p:spPr>
        <p:txBody>
          <a:bodyPr wrap="none">
            <a:spAutoFit/>
          </a:bodyPr>
          <a:lstStyle/>
          <a:p>
            <a:pPr>
              <a:defRPr sz="1800"/>
            </a:pPr>
            <a:r>
              <a:rPr dirty="0"/>
              <a:t>Seasonal Profit</a:t>
            </a:r>
          </a:p>
          <a:p>
            <a:pPr>
              <a:defRPr sz="1800"/>
            </a:pPr>
            <a:r>
              <a:rPr dirty="0"/>
              <a:t>Kharif: ₹178,915 | Rabi: ₹87,689 | Zaid: -₹24,805</a:t>
            </a:r>
          </a:p>
        </p:txBody>
      </p:sp>
      <p:pic>
        <p:nvPicPr>
          <p:cNvPr id="12" name="Picture 11" descr="profit.png"/>
          <p:cNvPicPr>
            <a:picLocks noChangeAspect="1"/>
          </p:cNvPicPr>
          <p:nvPr/>
        </p:nvPicPr>
        <p:blipFill>
          <a:blip r:embed="rId3"/>
          <a:stretch>
            <a:fillRect/>
          </a:stretch>
        </p:blipFill>
        <p:spPr>
          <a:xfrm>
            <a:off x="675957" y="1980370"/>
            <a:ext cx="8328160" cy="4684590"/>
          </a:xfrm>
          <a:prstGeom prst="rect">
            <a:avLst/>
          </a:prstGeom>
        </p:spPr>
      </p:pic>
    </p:spTree>
    <p:extLst>
      <p:ext uri="{BB962C8B-B14F-4D97-AF65-F5344CB8AC3E}">
        <p14:creationId xmlns:p14="http://schemas.microsoft.com/office/powerpoint/2010/main" val="3849627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1" name="TextBox 10"/>
          <p:cNvSpPr txBox="1"/>
          <p:nvPr/>
        </p:nvSpPr>
        <p:spPr>
          <a:xfrm>
            <a:off x="675957" y="1201586"/>
            <a:ext cx="4754880" cy="1828800"/>
          </a:xfrm>
          <a:prstGeom prst="rect">
            <a:avLst/>
          </a:prstGeom>
          <a:noFill/>
        </p:spPr>
        <p:txBody>
          <a:bodyPr wrap="none">
            <a:spAutoFit/>
          </a:bodyPr>
          <a:lstStyle/>
          <a:p>
            <a:pPr>
              <a:defRPr sz="1800"/>
            </a:pPr>
            <a:r>
              <a:rPr dirty="0"/>
              <a:t>Risk Pattern</a:t>
            </a:r>
          </a:p>
          <a:p>
            <a:pPr>
              <a:defRPr sz="1800"/>
            </a:pPr>
            <a:r>
              <a:rPr dirty="0"/>
              <a:t>Average disease/pest risk: Kharif 54.5%, Rabi 40.5%, Zaid 38.2%</a:t>
            </a:r>
          </a:p>
        </p:txBody>
      </p:sp>
      <p:pic>
        <p:nvPicPr>
          <p:cNvPr id="12" name="Picture 11" descr="risk.png"/>
          <p:cNvPicPr>
            <a:picLocks noChangeAspect="1"/>
          </p:cNvPicPr>
          <p:nvPr/>
        </p:nvPicPr>
        <p:blipFill>
          <a:blip r:embed="rId3"/>
          <a:stretch>
            <a:fillRect/>
          </a:stretch>
        </p:blipFill>
        <p:spPr>
          <a:xfrm>
            <a:off x="320982" y="1941449"/>
            <a:ext cx="8594418" cy="4834360"/>
          </a:xfrm>
          <a:prstGeom prst="rect">
            <a:avLst/>
          </a:prstGeom>
        </p:spPr>
      </p:pic>
    </p:spTree>
    <p:extLst>
      <p:ext uri="{BB962C8B-B14F-4D97-AF65-F5344CB8AC3E}">
        <p14:creationId xmlns:p14="http://schemas.microsoft.com/office/powerpoint/2010/main" val="169890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1" name="TextBox 10"/>
          <p:cNvSpPr txBox="1"/>
          <p:nvPr/>
        </p:nvSpPr>
        <p:spPr>
          <a:xfrm>
            <a:off x="675955" y="1116438"/>
            <a:ext cx="4754880" cy="1828800"/>
          </a:xfrm>
          <a:prstGeom prst="rect">
            <a:avLst/>
          </a:prstGeom>
          <a:noFill/>
        </p:spPr>
        <p:txBody>
          <a:bodyPr wrap="none">
            <a:spAutoFit/>
          </a:bodyPr>
          <a:lstStyle/>
          <a:p>
            <a:pPr>
              <a:defRPr sz="1800"/>
            </a:pPr>
            <a:r>
              <a:rPr dirty="0"/>
              <a:t>Crop Performance</a:t>
            </a:r>
          </a:p>
          <a:p>
            <a:pPr>
              <a:defRPr sz="1800"/>
            </a:pPr>
            <a:r>
              <a:rPr dirty="0"/>
              <a:t>Sugarcane has the highest average yield; crop type strongly affects performance.</a:t>
            </a:r>
          </a:p>
        </p:txBody>
      </p:sp>
      <p:pic>
        <p:nvPicPr>
          <p:cNvPr id="12" name="Picture 11" descr="crop.png"/>
          <p:cNvPicPr>
            <a:picLocks noChangeAspect="1"/>
          </p:cNvPicPr>
          <p:nvPr/>
        </p:nvPicPr>
        <p:blipFill>
          <a:blip r:embed="rId3"/>
          <a:stretch>
            <a:fillRect/>
          </a:stretch>
        </p:blipFill>
        <p:spPr>
          <a:xfrm>
            <a:off x="675956" y="2030838"/>
            <a:ext cx="8581621" cy="4827162"/>
          </a:xfrm>
          <a:prstGeom prst="rect">
            <a:avLst/>
          </a:prstGeom>
        </p:spPr>
      </p:pic>
    </p:spTree>
    <p:extLst>
      <p:ext uri="{BB962C8B-B14F-4D97-AF65-F5344CB8AC3E}">
        <p14:creationId xmlns:p14="http://schemas.microsoft.com/office/powerpoint/2010/main" val="1903979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681513" y="1201586"/>
            <a:ext cx="4275138" cy="477520"/>
          </a:xfrm>
        </p:spPr>
        <p:txBody>
          <a:bodyPr/>
          <a:lstStyle/>
          <a:p>
            <a:pPr marL="0" indent="0">
              <a:buNone/>
            </a:pPr>
            <a:r>
              <a:rPr lang="en-US" dirty="0"/>
              <a:t>Correlation Matrix of Key Variables</a:t>
            </a:r>
            <a:endParaRPr lang="en-IN" dirty="0"/>
          </a:p>
        </p:txBody>
      </p:sp>
      <p:pic>
        <p:nvPicPr>
          <p:cNvPr id="3" name="Picture 2">
            <a:extLst>
              <a:ext uri="{FF2B5EF4-FFF2-40B4-BE49-F238E27FC236}">
                <a16:creationId xmlns:a16="http://schemas.microsoft.com/office/drawing/2014/main" id="{A302F882-1CBD-C8A6-57F7-CA0211056884}"/>
              </a:ext>
            </a:extLst>
          </p:cNvPr>
          <p:cNvPicPr>
            <a:picLocks noChangeAspect="1"/>
          </p:cNvPicPr>
          <p:nvPr/>
        </p:nvPicPr>
        <p:blipFill>
          <a:blip r:embed="rId3"/>
          <a:stretch>
            <a:fillRect/>
          </a:stretch>
        </p:blipFill>
        <p:spPr>
          <a:xfrm>
            <a:off x="1681554" y="1593287"/>
            <a:ext cx="6550194" cy="5071673"/>
          </a:xfrm>
          <a:prstGeom prst="rect">
            <a:avLst/>
          </a:prstGeom>
        </p:spPr>
      </p:pic>
    </p:spTree>
    <p:extLst>
      <p:ext uri="{BB962C8B-B14F-4D97-AF65-F5344CB8AC3E}">
        <p14:creationId xmlns:p14="http://schemas.microsoft.com/office/powerpoint/2010/main" val="1421522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Box 8"/>
          <p:cNvSpPr txBox="1"/>
          <p:nvPr/>
        </p:nvSpPr>
        <p:spPr>
          <a:xfrm>
            <a:off x="675957" y="1688402"/>
            <a:ext cx="7874271" cy="1938992"/>
          </a:xfrm>
          <a:prstGeom prst="rect">
            <a:avLst/>
          </a:prstGeom>
          <a:noFill/>
        </p:spPr>
        <p:txBody>
          <a:bodyPr wrap="none">
            <a:spAutoFit/>
          </a:bodyPr>
          <a:lstStyle/>
          <a:p>
            <a:r>
              <a:rPr sz="2400" dirty="0"/>
              <a:t>• Predictive models for yield and profit</a:t>
            </a:r>
          </a:p>
          <a:p>
            <a:r>
              <a:rPr sz="2400" dirty="0"/>
              <a:t>• Time-series weather and market data</a:t>
            </a:r>
          </a:p>
          <a:p>
            <a:r>
              <a:rPr sz="2400" dirty="0"/>
              <a:t>• Interactive agricultural dashboard</a:t>
            </a:r>
          </a:p>
          <a:p>
            <a:r>
              <a:rPr sz="2400" dirty="0"/>
              <a:t>• More regions and crops</a:t>
            </a:r>
          </a:p>
          <a:p>
            <a:r>
              <a:rPr sz="2400" dirty="0"/>
              <a:t>• Deeper resource-efficiency and sustainability analysis</a:t>
            </a:r>
          </a:p>
        </p:txBody>
      </p:sp>
    </p:spTree>
    <p:extLst>
      <p:ext uri="{BB962C8B-B14F-4D97-AF65-F5344CB8AC3E}">
        <p14:creationId xmlns:p14="http://schemas.microsoft.com/office/powerpoint/2010/main" val="776828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CC52A-69CB-B8A1-CC4F-7399C47F0F1C}"/>
              </a:ext>
            </a:extLst>
          </p:cNvPr>
          <p:cNvSpPr>
            <a:spLocks noGrp="1"/>
          </p:cNvSpPr>
          <p:nvPr>
            <p:ph type="title"/>
          </p:nvPr>
        </p:nvSpPr>
        <p:spPr>
          <a:xfrm>
            <a:off x="677334" y="609600"/>
            <a:ext cx="8596668" cy="647700"/>
          </a:xfrm>
        </p:spPr>
        <p:txBody>
          <a:bodyPr>
            <a:normAutofit/>
          </a:bodyPr>
          <a:lstStyle/>
          <a:p>
            <a:r>
              <a:rPr lang="en-IN" b="1" dirty="0">
                <a:solidFill>
                  <a:schemeClr val="tx1"/>
                </a:solidFill>
              </a:rPr>
              <a:t>Conclusion and Recommendations</a:t>
            </a:r>
            <a:endParaRPr lang="en-IN" sz="4000" dirty="0">
              <a:solidFill>
                <a:schemeClr val="tx1"/>
              </a:solidFill>
            </a:endParaRPr>
          </a:p>
        </p:txBody>
      </p:sp>
      <p:sp>
        <p:nvSpPr>
          <p:cNvPr id="3" name="Content Placeholder 2">
            <a:extLst>
              <a:ext uri="{FF2B5EF4-FFF2-40B4-BE49-F238E27FC236}">
                <a16:creationId xmlns:a16="http://schemas.microsoft.com/office/drawing/2014/main" id="{3A2D8CB0-F781-ABAF-DC51-122228EE7B67}"/>
              </a:ext>
            </a:extLst>
          </p:cNvPr>
          <p:cNvSpPr>
            <a:spLocks noGrp="1"/>
          </p:cNvSpPr>
          <p:nvPr>
            <p:ph idx="1"/>
          </p:nvPr>
        </p:nvSpPr>
        <p:spPr>
          <a:xfrm>
            <a:off x="677334" y="1469571"/>
            <a:ext cx="8596668" cy="4571791"/>
          </a:xfrm>
        </p:spPr>
        <p:txBody>
          <a:bodyPr>
            <a:normAutofit/>
          </a:bodyPr>
          <a:lstStyle/>
          <a:p>
            <a:r>
              <a:rPr lang="en-IN" b="1" dirty="0"/>
              <a:t>Seasonal conditions are associated with meaningful differences in agricultural outcomes.</a:t>
            </a:r>
          </a:p>
          <a:p>
            <a:r>
              <a:rPr lang="en-IN" b="1" dirty="0"/>
              <a:t>Kharif appears strongest on average across major performance measures in this dataset.</a:t>
            </a:r>
          </a:p>
          <a:p>
            <a:r>
              <a:rPr lang="en-IN" b="1" dirty="0"/>
              <a:t>Water efficiency should be considered alongside yield and profit when evaluating farming performance.</a:t>
            </a:r>
          </a:p>
          <a:p>
            <a:r>
              <a:rPr lang="en-IN" b="1" dirty="0"/>
              <a:t>Drip irrigation is associated with strong average yield and profit and merits further investigation.</a:t>
            </a:r>
          </a:p>
          <a:p>
            <a:r>
              <a:rPr lang="en-IN" b="1" dirty="0"/>
              <a:t>Crop type is an important consideration because yield and profitability vary substantially across crops.</a:t>
            </a:r>
          </a:p>
          <a:p>
            <a:r>
              <a:rPr lang="en-IN" b="1" dirty="0"/>
              <a:t>Future analysis could use predictive modelling, more detailed regional analysis, time-series data and weather/market data to improve planning.</a:t>
            </a:r>
          </a:p>
          <a:p>
            <a:endParaRPr lang="en-IN" sz="2000" dirty="0"/>
          </a:p>
        </p:txBody>
      </p:sp>
      <p:sp>
        <p:nvSpPr>
          <p:cNvPr id="4" name="Slide Number Placeholder 3">
            <a:extLst>
              <a:ext uri="{FF2B5EF4-FFF2-40B4-BE49-F238E27FC236}">
                <a16:creationId xmlns:a16="http://schemas.microsoft.com/office/drawing/2014/main" id="{E3AFB63C-9104-170B-7360-9A32D8ECD30E}"/>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Tree>
    <p:extLst>
      <p:ext uri="{BB962C8B-B14F-4D97-AF65-F5344CB8AC3E}">
        <p14:creationId xmlns:p14="http://schemas.microsoft.com/office/powerpoint/2010/main" val="3702483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675957" y="1423744"/>
            <a:ext cx="7243400" cy="1138773"/>
          </a:xfrm>
          <a:prstGeom prst="rect">
            <a:avLst/>
          </a:prstGeom>
          <a:noFill/>
        </p:spPr>
        <p:txBody>
          <a:bodyPr wrap="square">
            <a:spAutoFit/>
          </a:bodyPr>
          <a:lstStyle/>
          <a:p>
            <a:r>
              <a:rPr lang="en-IN" sz="2400" b="1" dirty="0">
                <a:hlinkClick r:id="rId3"/>
              </a:rPr>
              <a:t>Seasonal-Agricultural-Analysis</a:t>
            </a:r>
            <a:endParaRPr lang="en-IN" sz="2400" b="1" dirty="0"/>
          </a:p>
          <a:p>
            <a:endParaRPr lang="en-IN" sz="2400" b="1" dirty="0"/>
          </a:p>
          <a:p>
            <a:r>
              <a:rPr lang="en-IN" sz="2000" i="1" dirty="0"/>
              <a:t>Tap the link above</a:t>
            </a:r>
          </a:p>
        </p:txBody>
      </p:sp>
    </p:spTree>
    <p:extLst>
      <p:ext uri="{BB962C8B-B14F-4D97-AF65-F5344CB8AC3E}">
        <p14:creationId xmlns:p14="http://schemas.microsoft.com/office/powerpoint/2010/main" val="3863610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1F6420A-0DD3-FA5F-9666-34CF2B871C97}"/>
              </a:ext>
            </a:extLst>
          </p:cNvPr>
          <p:cNvPicPr>
            <a:picLocks noChangeAspect="1"/>
          </p:cNvPicPr>
          <p:nvPr/>
        </p:nvPicPr>
        <p:blipFill>
          <a:blip r:embed="rId3"/>
          <a:stretch>
            <a:fillRect/>
          </a:stretch>
        </p:blipFill>
        <p:spPr>
          <a:xfrm>
            <a:off x="1345061" y="1608410"/>
            <a:ext cx="7013180" cy="4863238"/>
          </a:xfrm>
          <a:prstGeom prst="rect">
            <a:avLst/>
          </a:prstGeom>
        </p:spPr>
      </p:pic>
    </p:spTree>
    <p:extLst>
      <p:ext uri="{BB962C8B-B14F-4D97-AF65-F5344CB8AC3E}">
        <p14:creationId xmlns:p14="http://schemas.microsoft.com/office/powerpoint/2010/main" val="3962802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26000" y="3078943"/>
            <a:ext cx="11340000" cy="700114"/>
          </a:xfrm>
          <a:prstGeom prst="rect">
            <a:avLst/>
          </a:prstGeom>
        </p:spPr>
        <p:txBody>
          <a:bodyPr anchor="ctr">
            <a:noAutofit/>
          </a:bodyPr>
          <a:lstStyle/>
          <a:p>
            <a:pPr algn="ctr"/>
            <a:r>
              <a:rPr lang="en-US" sz="72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0/xmlns/"/>
    <ds:schemaRef ds:uri="http://www.w3.org/2001/XMLSchema"/>
    <ds:schemaRef ds:uri="71af3243-3dd4-4a8d-8c0d-dd76da1f02a5"/>
    <ds:schemaRef ds:uri="16c05727-aa75-4e4a-9b5f-8a80a116589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www.w3.org/2000/xmlns/"/>
    <ds:schemaRef ds:uri="71af3243-3dd4-4a8d-8c0d-dd76da1f02a5"/>
    <ds:schemaRef ds:uri="http://www.w3.org/2001/XMLSchema-instance"/>
    <ds:schemaRef ds:uri="http://schemas.microsoft.com/office/infopath/2007/PartnerControls"/>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1409</TotalTime>
  <Words>432</Words>
  <Application>Microsoft Office PowerPoint</Application>
  <PresentationFormat>Widescreen</PresentationFormat>
  <Paragraphs>61</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This project analyzes 4,000 agricultural records across Kharif, Rabi and Zaid seasons. It examines environmental conditions, resource usage, crop performance, water efficiency and economic outcomes using data cleaning, exploratory analysis, statistics and visualization to identify seasonal patterns and evidence-based recommendations.  </vt:lpstr>
      <vt:lpstr>WHO ARE THE END USERS?</vt:lpstr>
      <vt:lpstr>Technology Used</vt:lpstr>
      <vt:lpstr>RESULTS </vt:lpstr>
      <vt:lpstr>RESULTS </vt:lpstr>
      <vt:lpstr>RESULTS </vt:lpstr>
      <vt:lpstr>RESULTS </vt:lpstr>
      <vt:lpstr>RESULTS </vt:lpstr>
      <vt:lpstr>Future scope</vt:lpstr>
      <vt:lpstr>Conclusion and Recommendations</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Shiwank Singh</cp:lastModifiedBy>
  <cp:revision>99</cp:revision>
  <dcterms:created xsi:type="dcterms:W3CDTF">2021-07-11T13:13:15Z</dcterms:created>
  <dcterms:modified xsi:type="dcterms:W3CDTF">2026-09-10T09:05:38Z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